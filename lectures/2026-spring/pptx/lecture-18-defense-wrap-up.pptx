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传感器与检测技术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288036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答辩与总结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27889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成果展示、复盘与课程闭环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69080"/>
            <a:ext cx="1600200" cy="384048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142232"/>
            <a:ext cx="13258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03B43"/>
                </a:solidFill>
                <a:latin typeface="Microsoft YaHei"/>
              </a:rPr>
              <a:t>综合设计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23774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EFF4F4"/>
                </a:solidFill>
                <a:latin typeface="Microsoft YaHei"/>
              </a:rPr>
              <a:t>第 18 讲</a:t>
            </a:r>
          </a:p>
        </p:txBody>
      </p:sp>
      <p:pic>
        <p:nvPicPr>
          <p:cNvPr id="10" name="Picture 9" descr="lecture-18-defense-wrap-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502920"/>
            <a:ext cx="8092440" cy="5577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199632"/>
            <a:ext cx="72237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66268"/>
                </a:solidFill>
                <a:latin typeface="Microsoft YaHei"/>
              </a:rPr>
              <a:t>官方授课计划驱动 | 图文并茂版课程课件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答辩与总结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综合设计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937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303520" cy="35204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完成项目演示与答辩表达。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学会用数据和版本记录证明工程改进。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对本课程的指标思维、实验方法和项目经验进行复盘。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051560"/>
            <a:ext cx="4983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85560"/>
                </a:solidFill>
                <a:latin typeface="Microsoft YaHei"/>
              </a:rPr>
              <a:t>能力地图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9202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933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9751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完成项目演示与答辩表达。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8346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29077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8895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学会用数据和版本记录证明工程改进。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749039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3822191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实施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803903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对本课程的指标思维、实验方法和项目经验进行复盘。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答辩与总结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综合设计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理论基础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概念框架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技术答辩结构：问题、方法、结果、边界。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7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关键机理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1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项目复盘：技术、流程、协作与资产沉淀。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工程约束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课程知识如何迁移到后续研究与工程实践。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答辩与总结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综合设计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工作原理 / 实施流程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1. 清楚说明需求与方案。</a:t>
            </a:r>
          </a:p>
        </p:txBody>
      </p:sp>
      <p:sp>
        <p:nvSpPr>
          <p:cNvPr id="9" name="Chevron 8"/>
          <p:cNvSpPr/>
          <p:nvPr/>
        </p:nvSpPr>
        <p:spPr>
          <a:xfrm>
            <a:off x="3154680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2. 用数据证明改进有效。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56692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3. 坦诚说明局限与下一步。</a:t>
            </a:r>
          </a:p>
        </p:txBody>
      </p:sp>
      <p:sp>
        <p:nvSpPr>
          <p:cNvPr id="13" name="Chevron 12"/>
          <p:cNvSpPr/>
          <p:nvPr/>
        </p:nvSpPr>
        <p:spPr>
          <a:xfrm>
            <a:off x="8183879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4. 沉淀文档以支持复用。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24128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E33"/>
                </a:solidFill>
                <a:latin typeface="Microsoft YaHei"/>
              </a:rPr>
              <a:t>课堂提示：流程图用于帮助学生把“原理、实现、验证”连成闭环，授课时应强调每一步对应的数据证据和常见失败点。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答辩与总结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综合设计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关键指标与 Datasheet 关注点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71323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工程意义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答辩清晰度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表达与结构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影响评审理解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数据说服力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证据链完整性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影响技术可信度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成果完整度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软硬件与文档是否齐备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影响项目评价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复盘质量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对问题和改进的认识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影响持续成长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55279" y="14630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28803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教师提醒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834640" cy="246888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不要只解释参数含义，要解释它如何影响系统级结果。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鼓励学生把手册参数与后续实验的测量结果对应起来。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强调典型值、最大值和测试条件的区别。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答辩与总结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综合设计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工程案例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4754880" cy="438912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0233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0A94F"/>
                </a:solidFill>
                <a:latin typeface="Microsoft YaHei"/>
              </a:rPr>
              <a:t>案例：优秀课程项目的答辩结构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4069080" cy="26060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开场应快速说明应用场景和目标指标。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中段展示关键技术与改进数据。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结尾给出可执行的下一步计划。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616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技术答辩结构：问题、方法、结果、边界。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项目复盘：技术、流程、协作与资产沉淀。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整理最终答辩 PPT。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检查项目仓库、视频和文档完整性。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657600"/>
            <a:ext cx="5303520" cy="2194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3730752"/>
            <a:ext cx="50840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可视化讲授建议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4096512"/>
            <a:ext cx="5157216" cy="1682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在这一页配合板书或实物，帮助学生把抽象算法映射到真实系统。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尽量给出一个量化结果，如误差下降、轨迹变稳、响应加快。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答辩与总结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综合设计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实践路径与课堂活动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整理最终答辩 PPT。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645920"/>
            <a:ext cx="2697480" cy="411480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检查项目仓库、视频和文档完整性。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85560"/>
                </a:solidFill>
                <a:latin typeface="Microsoft YaHe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完成课程复盘与自评。</a:t>
            </a:r>
          </a:p>
        </p:txBody>
      </p:sp>
      <p:sp>
        <p:nvSpPr>
          <p:cNvPr id="20" name="Oval 19"/>
          <p:cNvSpPr/>
          <p:nvPr/>
        </p:nvSpPr>
        <p:spPr>
          <a:xfrm>
            <a:off x="923544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答辩与总结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综合设计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总结与作业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本讲关键结论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完成项目演示与答辩表达。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学会用数据和版本记录证明工程改进。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对本课程的指标思维、实验方法和项目经验进行复盘。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074920" cy="4480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课后任务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提交完整项目归档。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撰写课程复盘，说明一项最重要的能力提升。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