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GNSS 与高精度定位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伪距、载波相位与高精度定位流程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06 讲</a:t>
            </a:r>
          </a:p>
        </p:txBody>
      </p:sp>
      <p:pic>
        <p:nvPicPr>
          <p:cNvPr id="10" name="Picture 9" descr="lecture-06-gnss-rt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GNSS 与高精度定位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 GNSS 测量观测模型及误差来源。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区分单点定位、RTK 和 PPP 的基本思路与适用场景。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建立 GNSS/INS 紧耦合在工程系统中的位置。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 GNSS 测量观测模型及误差来源。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区分单点定位、RTK 和 PPP 的基本思路与适用场景。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建立 GNSS/INS 紧耦合在工程系统中的位置。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GNSS 与高精度定位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NMEA、RINEX 与卫星观测量。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伪距、载波相位、多路径与钟差。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RTK、PPP 与紧耦合定位框架。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GNSS 与高精度定位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获取原始观测数据。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建模主要误差项。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通过差分或精密产品抑制误差。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与惯导数据联合提高连续性。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GNSS 与高精度定位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水平精度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位置误差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决定导航效果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初始化时间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RTK 固定效率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影响可用性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可用卫星数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几何条件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影响解算稳定性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失锁恢复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复杂环境鲁棒性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影响连续运行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GNSS 与高精度定位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案例：校园道路 RTK 轨迹对比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单点定位在遮挡场景下偏差明显增加。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RTK 在基站和观测条件良好时可显著提升精度。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GNSS/INS 联合可平滑短时失锁段。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NMEA、RINEX 与卫星观测量。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伪距、载波相位、多路径与钟差。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解析 NMEA 与 RINEX 数据。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计算定位误差并比较不同模式。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GNSS 与高精度定位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解析 NMEA 与 RINEX 数据。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计算定位误差并比较不同模式。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为后续 RTK 实验准备数据处理流程。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GNSS 与高精度定位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 GNSS 测量观测模型及误差来源。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区分单点定位、RTK 和 PPP 的基本思路与适用场景。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建立 GNSS/INS 紧耦合在工程系统中的位置。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绘制 GNSS 误差来源示意图。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说明 RTK 与 PPP 的一个关键差异。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