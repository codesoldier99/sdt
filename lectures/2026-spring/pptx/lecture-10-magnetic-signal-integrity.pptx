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航向测量、前端设计与抗干扰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10 讲</a:t>
            </a:r>
          </a:p>
        </p:txBody>
      </p:sp>
      <p:pic>
        <p:nvPicPr>
          <p:cNvPr id="10" name="Picture 9" descr="lecture-10-magnetic-signal-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理解磁传感器测量航向的基本原理与误差来源。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掌握硬铁、软铁、布线和电源噪声对磁测量的影响。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理解模拟前端和 PCB Layout 在传感系统中的作用。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理解磁传感器测量航向的基本原理与误差来源。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掌握硬铁、软铁、布线和电源噪声对磁测量的影响。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理解模拟前端和 PCB Layout 在传感系统中的作用。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磁场测量与姿态参考。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硬铁与软铁干扰模型。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抗混叠、地线回流和布局布线基础。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识别干扰源与耦合路径。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通过标定和布局降低误差。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在多环境下复测航向精度。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用数据驱动 Layout 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航向误差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角度偏差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决定导航价值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噪声底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短时抖动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影响可滤波性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环境敏感度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对周围金属和电流的响应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影响鲁棒性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布线质量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信号完整性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影响可重复性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案例：PCB 布局前后磁测量对比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高电流路径与磁敏元件距离过近会显著恶化结果。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良好的地参考和器件摆放能降低噪声。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磁力计标定无法完全代替良好硬件设计。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磁场测量与姿态参考。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硬铁与软铁干扰模型。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分析一块采集板的干扰路径。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整理航向误差来源列表。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分析一块采集板的干扰路径。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整理航向误差来源列表。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为实验五准备环境测试方案。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磁传感器与信号完整性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理解磁传感器测量航向的基本原理与误差来源。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掌握硬铁、软铁、布线和电源噪声对磁测量的影响。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理解模拟前端和 PCB Layout 在传感系统中的作用。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 Layout 案例评述。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给出一种降低磁干扰的设计策略。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