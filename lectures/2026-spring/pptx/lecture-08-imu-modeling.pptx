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MEMS 机理、误差项与标定模型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08 讲</a:t>
            </a:r>
          </a:p>
        </p:txBody>
      </p:sp>
      <p:pic>
        <p:nvPicPr>
          <p:cNvPr id="10" name="Picture 9" descr="lecture-08-imu-mod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理解加速度计、陀螺仪与磁力计的基本工作机理。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掌握六位置标定、比例因子误差和安装误差的建模思路。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建立温漂、随机噪声与积分误差之间的联系。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理解加速度计、陀螺仪与磁力计的基本工作机理。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掌握六位置标定、比例因子误差和安装误差的建模思路。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建立温漂、随机噪声与积分误差之间的联系。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MEMS 结构与敏感原理。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12 参数标定模型与误差传递。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温度、噪声与时间积分漂移。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采集原始静态与动态数据。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建立误差模型和约束方程。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求解标定参数。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验证标定前后性能变化。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零偏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静态输出偏移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决定积分起点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比例因子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量程映射偏差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决定量测斜率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交轴误差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轴间耦合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影响姿态解算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温漂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随温度变化的偏差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影响长期稳定性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案例：六位置标定到姿态误差的传递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标定误差会直接进入姿态和速度积分结果。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仅做静态标定并不能完全消除动态误差。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温度实验有助于理解工业级与消费级差异。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MEMS 结构与敏感原理。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12 参数标定模型与误差传递。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推导六位置标定方程。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构建标定数据表。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推导六位置标定方程。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构建标定数据表。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为实验四准备标定脚本与记录模板。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惯性传感器原理与建模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理解加速度计、陀螺仪与磁力计的基本工作机理。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掌握六位置标定、比例因子误差和安装误差的建模思路。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建立温漂、随机噪声与积分误差之间的联系。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整理 12 参数模型的变量含义。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解释一个磁力计椭球拟合的工程意义。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