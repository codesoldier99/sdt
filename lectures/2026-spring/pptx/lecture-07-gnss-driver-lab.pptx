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模块驱动、数据采集与后处理对比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07 讲</a:t>
            </a:r>
          </a:p>
        </p:txBody>
      </p:sp>
      <p:pic>
        <p:nvPicPr>
          <p:cNvPr id="10" name="Picture 9" descr="lecture-07-gnss-driver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完成 GNSS 模块驱动与数据采集链路。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 RTKLIB 后处理的基本流程与结果判读。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建立单点定位与 RTK 结果的量化比较方法。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完成 GNSS 模块驱动与数据采集链路。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 RTKLIB 后处理的基本流程与结果判读。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建立单点定位与 RTK 结果的量化比较方法。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Ublox 模块数据输出配置。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RTKLIB 输入输出文件结构。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轨迹误差与固定率评价方法。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配置并采集原始数据。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转换为标准处理格式。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运行 RTK 解算并输出轨迹。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比较不同定位模式结果。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固定解比例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高精度状态占比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反映观测质量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轨迹平滑度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结果连续性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反映算法稳定性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误差均值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总体偏差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反映最终精度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数据完整性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采集时长与文件正确性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反映实验质量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案例：单点定位与 RTK 轨迹叠加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统一坐标系和采样时间后才能公平比较。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高精度结果依赖良好的基线和观测环境。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实验报告应给出定量误差，不只给轨迹图。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Ublox 模块数据输出配置。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RTKLIB 输入输出文件结构。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 GNSS 数据采集与后处理。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导出轨迹图、误差表和固定率统计。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 GNSS 数据采集与后处理。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导出轨迹图、误差表和固定率统计。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上传原始数据与处理脚本。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实验三：GNSS 驱动与 RTK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 GNSS 模块驱动与数据采集链路。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 RTKLIB 后处理的基本流程与结果判读。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建立单点定位与 RTK 结果的量化比较方法。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 RTK 对比实验报告。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解释一次定位结果退化的可能原因。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