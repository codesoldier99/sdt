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Spec、PCB 与量化改进闭环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17 讲</a:t>
            </a:r>
          </a:p>
        </p:txBody>
      </p:sp>
      <p:pic>
        <p:nvPicPr>
          <p:cNvPr id="10" name="Picture 9" descr="lecture-17-capstone-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能够从需求出发定义产品级传感系统规格。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理解原理图、PCB、固件和验证数据的联动关系。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把综合设计做成可演示、可量化、可归档的课程成果。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能够从需求出发定义产品级传感系统规格。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理解原理图、PCB、固件和验证数据的联动关系。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把综合设计做成可演示、可量化、可归档的课程成果。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需求分析与关键指标定义。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KiCad 设计、器件选型与打样流程。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Spec 验证和版本化归档。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先定义产品需求和指标。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再完成硬件与固件实现。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通过实验闭环证明改进。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整理完整数字资产用于答辩。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Spec 达成率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目标实现程度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最终评价核心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原型可运行性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系统完整性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决定演示效果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量化提升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前后对比数据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决定技术说服力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资产完整度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文档、代码、视频是否齐备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决定可复用性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案例：产品级传感节点开发路线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从使用场景反推精度、带宽、功耗与通信需求。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PCB 与固件开发要同步考虑测试接口。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没有量化数据的优化不算真正完成。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需求分析与关键指标定义。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KiCad 设计、器件选型与打样流程。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提交项目 Spec 和模块划分。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完成硬件设计和打样准备。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提交项目 Spec 和模块划分。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完成硬件设计和打样准备。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规划答辩所需的数据与演示视频。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综合设计：产品级系统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综合设计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能够从需求出发定义产品级传感系统规格。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理解原理图、PCB、固件和验证数据的联动关系。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把综合设计做成可演示、可量化、可归档的课程成果。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提交项目规格说明书。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列出一项计划验证的关键改进指标。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