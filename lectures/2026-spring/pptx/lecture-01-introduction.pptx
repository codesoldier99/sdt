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具身感知工程导论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课程定位与产业场景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01 讲</a:t>
            </a:r>
          </a:p>
        </p:txBody>
      </p:sp>
      <p:pic>
        <p:nvPicPr>
          <p:cNvPr id="10" name="Picture 9" descr="lecture-01-int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具身感知工程导论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建立具身感知工程的课程地图，理解传感器在机器人与自动化系统中的角色。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明确精度、噪声、稳定性等工业指标与课程后续实验的对应关系。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理解本课程的数字化资产沉淀要求、GitHub 工作流与综合设计目标。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建立具身感知工程的课程地图，理解传感器在机器人与自动化系统中的角色。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明确精度、噪声、稳定性等工业指标与课程后续实验的对应关系。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理解本课程的数字化资产沉淀要求、GitHub 工作流与综合设计目标。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具身感知工程导论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具身智能系统的感知链路：传感器、前端、估计、控制。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产业场景：无人机、移动机器人、工业检测与定位。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课程评价结构：实验、专报、论文研读、综合设计与资产沉淀。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具身感知工程导论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从任务出发定义可观测量。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从指标出发分解传感器选型。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从数据链路出发设计验证闭环。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从版本管理出发沉淀课程资产。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具身感知工程导论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准确度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与真值偏差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决定系统上限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重复性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同条件离散度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影响稳定输出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时延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采样到决策延迟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影响实时控制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鲁棒性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环境变化下性能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决定工程可用性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具身感知工程导论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案例：移动机器人感知栈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GNSS 提供绝对位置基准，IMU 提供高频运动约束。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磁力计和气压计在特定环境下提供航向与高度补偿。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系统性能由硬件、标定、融合算法共同决定。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具身智能系统的感知链路：传感器、前端、估计、控制。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产业场景：无人机、移动机器人、工业检测与定位。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完成开发环境与 GitHub 账号准备。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建立课程仓库、阅读授课计划并确认实验清单。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具身感知工程导论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完成开发环境与 GitHub 账号准备。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建立课程仓库、阅读授课计划并确认实验清单。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梳理未来综合设计可能的产品方向。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具身感知工程导论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建立具身感知工程的课程地图，理解传感器在机器人与自动化系统中的角色。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明确精度、噪声、稳定性等工业指标与课程后续实验的对应关系。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理解本课程的数字化资产沉淀要求、GitHub 工作流与综合设计目标。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提交课程目标与个人项目兴趣说明。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列出一个感知系统的关键传感器及其核心指标。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