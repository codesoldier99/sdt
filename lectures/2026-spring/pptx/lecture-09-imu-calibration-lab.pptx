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加速度、陀螺与磁力计联合标定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09 讲</a:t>
            </a:r>
          </a:p>
        </p:txBody>
      </p:sp>
      <p:pic>
        <p:nvPicPr>
          <p:cNvPr id="10" name="Picture 9" descr="lecture-09-imu-calibration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完成 IMU 三类传感器的标定流程。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用 Allan 方差、静态误差和姿态结果评价改进效果。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输出具备工程说服力的标定专报。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完成 IMU 三类传感器的标定流程。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用 Allan 方差、静态误差和姿态结果评价改进效果。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输出具备工程说服力的标定专报。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标定数据采集规范。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Allan Variance 评估流程。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标定前后姿态和量测误差对比。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采集多姿态、多温度数据。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求解标定参数。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评估随机噪声与长期稳定性。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整理提升数据并形成专报。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零偏改善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静态输出修正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反映标定有效性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姿态误差下降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最终应用指标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反映工程价值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温漂抑制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跨温性能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反映鲁棒性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报告完整度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数据与图表质量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反映表达能力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案例：求职级标定专报的结构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图表必须显示标定前后量化提升。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报告要解释方法、结果和边界条件。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工程化表达比堆砌公式更重要。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标定数据采集规范。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Allan Variance 评估流程。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执行标定、噪声分析和结果验证。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形成标定专报初稿。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执行标定、噪声分析和结果验证。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形成标定专报初稿。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上传脚本、数据和图表。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实验四：IMU 完整标定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 IMU 三类传感器的标定流程。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用 Allan 方差、静态误差和姿态结果评价改进效果。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输出具备工程说服力的标定专报。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提交求职级标定专报。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回答一项仍未完全解决的误差来源。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