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滤波、建模与高度精度验证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13 讲</a:t>
            </a:r>
          </a:p>
        </p:txBody>
      </p:sp>
      <p:pic>
        <p:nvPicPr>
          <p:cNvPr id="10" name="Picture 9" descr="lecture-13-barometer-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完成气压计高度解算与滤波设计。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比较低通滤波和卡尔曼模型在高度估计中的表现。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形成可量化的高度精度分析报告。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完成气压计高度解算与滤波设计。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比较低通滤波和卡尔曼模型在高度估计中的表现。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形成可量化的高度精度分析报告。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气压到高度的数学关系。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低通滤波与一维卡尔曼建模。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静态与动态场景下的误差评价。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读取并补偿气压数据。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构造相对高度序列。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应用滤波模型并调参。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对比不同方案的精度与响应。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静态波动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高度稳定性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决定静止精度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动态响应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变化跟踪能力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决定运动适应性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过冲与延迟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滤波代价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决定控制适用性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最终误差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与参考值偏差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决定工程结论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案例：楼梯上下行高度曲线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简单低通可抑噪，但会引入明显迟滞。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合理建模的卡尔曼滤波兼顾稳定性和响应速度。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实验报告要同时给静态和动态曲线。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气压到高度的数学关系。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低通滤波与一维卡尔曼建模。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搭建两种滤波方案并调参。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采集楼梯或升降实验数据。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搭建两种滤波方案并调参。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采集楼梯或升降实验数据。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输出曲线、参数和结论。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实验六：气压计高度解算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完成气压计高度解算与滤波设计。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比较低通滤波和卡尔曼模型在高度估计中的表现。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形成可量化的高度精度分析报告。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提交滤波对比报告。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解释一次高度曲线异常的可能成因。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