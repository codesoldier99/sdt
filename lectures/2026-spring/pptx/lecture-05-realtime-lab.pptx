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实验二：嵌入式实时性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中断延迟、Jitter 与系统响应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05 讲</a:t>
            </a:r>
          </a:p>
        </p:txBody>
      </p:sp>
      <p:pic>
        <p:nvPicPr>
          <p:cNvPr id="10" name="Picture 9" descr="lecture-05-realtime-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实验二：嵌入式实时性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测量 GPIO、PWM、ADC、DMA 路径的时延与抖动。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理解采样、处理与通信链路如何共同影响实时性。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掌握用时间戳和统计量描述实时系统性能的方法。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测量 GPIO、PWM、ADC、DMA 路径的时延与抖动。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理解采样、处理与通信链路如何共同影响实时性。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掌握用时间戳和统计量描述实时系统性能的方法。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实验二：嵌入式实时性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中断响应与上下文切换。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DMA 与 CPU 占用的权衡。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抖动、平均延迟、最坏响应时间。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实验二：嵌入式实时性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设置基准触发信号。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记录多次时间戳。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计算均值、方差和极值。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分析瓶颈并提出改进。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实验二：嵌入式实时性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平均延迟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典型响应速度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影响控制闭环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最坏时延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极端风险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决定安全裕度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Jitter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时间稳定性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影响高频采样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CPU 占用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系统负荷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影响并发任务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实验二：嵌入式实时性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案例：DMA 前后实时性对比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DMA 能降低 CPU 负担，但需要处理缓冲区同步问题。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日志打印过多会显著增加抖动。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最坏时延常常比平均值更值得关注。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中断响应与上下文切换。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DMA 与 CPU 占用的权衡。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设计并执行一次延迟测量实验。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比较中断与 DMA 两种路径的实时性。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实验二：嵌入式实时性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设计并执行一次延迟测量实验。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比较中断与 DMA 两种路径的实时性。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输出数据图表和改进建议。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实验二：嵌入式实时性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测量 GPIO、PWM、ADC、DMA 路径的时延与抖动。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理解采样、处理与通信链路如何共同影响实时性。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掌握用时间戳和统计量描述实时系统性能的方法。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提交时间戳精度报告。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解释一个降低 Jitter 的具体策略。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