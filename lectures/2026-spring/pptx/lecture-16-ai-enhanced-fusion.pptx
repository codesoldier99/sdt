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传感器与检测技术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2880360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数据融合（三）：AI 增强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27889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TLIO、1D-CNN 与学习型惯性导航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69080"/>
            <a:ext cx="1600200" cy="384048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142232"/>
            <a:ext cx="13258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09160"/>
            <a:ext cx="23774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EFF4F4"/>
                </a:solidFill>
                <a:latin typeface="Microsoft YaHei"/>
              </a:rPr>
              <a:t>第 16 讲</a:t>
            </a:r>
          </a:p>
        </p:txBody>
      </p:sp>
      <p:pic>
        <p:nvPicPr>
          <p:cNvPr id="10" name="Picture 9" descr="lecture-16-ai-enhanced-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502920"/>
            <a:ext cx="8092440" cy="5577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6199632"/>
            <a:ext cx="72237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66268"/>
                </a:solidFill>
                <a:latin typeface="Microsoft YaHei"/>
              </a:rPr>
              <a:t>官方授课计划驱动 | 图文并茂版课程课件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数据融合（三）：AI 增强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9377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303520" cy="35204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理解 AI 在传感器去噪、特征提取和轨迹预测中的角色。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认识 TLIO、DeepVIO 等方法与传统滤波的关系。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建立对学习型方法训练数据、泛化与可解释性的基本判断。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051560"/>
            <a:ext cx="49834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85560"/>
                </a:solidFill>
                <a:latin typeface="Microsoft YaHei"/>
              </a:rPr>
              <a:t>能力地图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9202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933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9751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理解 AI 在传感器去噪、特征提取和轨迹预测中的角色。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8346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29077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8895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认识 TLIO、DeepVIO 等方法与传统滤波的关系。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749039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3822191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实施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803903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建立对学习型方法训练数据、泛化与可解释性的基本判断。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数据融合（三）：AI 增强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理论基础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概念框架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时序卷积、循环网络与序列建模。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7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关键机理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1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传统滤波与学习型残差修正的耦合方式。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工程约束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数据集、标签与泛化风险。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数据融合（三）：AI 增强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工作原理 / 实施流程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1. 先定义传统方法的瓶颈。</a:t>
            </a:r>
          </a:p>
        </p:txBody>
      </p:sp>
      <p:sp>
        <p:nvSpPr>
          <p:cNvPr id="9" name="Chevron 8"/>
          <p:cNvSpPr/>
          <p:nvPr/>
        </p:nvSpPr>
        <p:spPr>
          <a:xfrm>
            <a:off x="3154680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2. 再选择 AI 模块承担特定子任务。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56692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3. 通过离线训练和在线验证迭代。</a:t>
            </a:r>
          </a:p>
        </p:txBody>
      </p:sp>
      <p:sp>
        <p:nvSpPr>
          <p:cNvPr id="13" name="Chevron 12"/>
          <p:cNvSpPr/>
          <p:nvPr/>
        </p:nvSpPr>
        <p:spPr>
          <a:xfrm>
            <a:off x="8183879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4. 始终保留可解释的误差分析。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10789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24128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E33"/>
                </a:solidFill>
                <a:latin typeface="Microsoft YaHei"/>
              </a:rPr>
              <a:t>课堂提示：流程图用于帮助学生把“原理、实现、验证”连成闭环，授课时应强调每一步对应的数据证据和常见失败点。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数据融合（三）：AI 增强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关键指标与 Datasheet 关注点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63040"/>
          <a:ext cx="6949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71323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解释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工程意义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轨迹误差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定位最终表现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最核心指标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泛化能力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跨场景表现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决定可迁移性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样本效率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训练成本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决定落地门槛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推理时延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实时部署能力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决定工程可用性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55279" y="14630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28803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教师提醒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2834640" cy="246888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不要只解释参数含义，要解释它如何影响系统级结果。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鼓励学生把手册参数与后续实验的测量结果对应起来。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强调典型值、最大值和测试条件的区别。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数据融合（三）：AI 增强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工程案例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4754880" cy="438912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0233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0A94F"/>
                </a:solidFill>
                <a:latin typeface="Microsoft YaHei"/>
              </a:rPr>
              <a:t>案例：1D-CNN 去噪与 TLIO 阅读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4069080" cy="26060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AI 更适合做传统模型难以精确刻画的残差修正。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训练集与部署场景差异会直接影响效果。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阅读论文时要关注输入、输出和评价协议。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1616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时序卷积、循环网络与序列建模。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传统滤波与学习型残差修正的耦合方式。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完成 TLIO 阅读笔记。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尝试构建一维时序去噪小实验。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657600"/>
            <a:ext cx="5303520" cy="2194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8" y="3730752"/>
            <a:ext cx="50840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可视化讲授建议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4096512"/>
            <a:ext cx="5157216" cy="1682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在这一页配合板书或实物，帮助学生把抽象算法映射到真实系统。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尽量给出一个量化结果，如误差下降、轨迹变稳、响应加快。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数据融合（三）：AI 增强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实践路径与课堂活动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完成 TLIO 阅读笔记。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645920"/>
            <a:ext cx="2697480" cy="411480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尝试构建一维时序去噪小实验。</a:t>
            </a:r>
          </a:p>
        </p:txBody>
      </p:sp>
      <p:sp>
        <p:nvSpPr>
          <p:cNvPr id="15" name="Oval 14"/>
          <p:cNvSpPr/>
          <p:nvPr/>
        </p:nvSpPr>
        <p:spPr>
          <a:xfrm>
            <a:off x="598932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85560"/>
                </a:solidFill>
                <a:latin typeface="Microsoft YaHe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沉淀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分析 AI 增强模块适合插入的位置。</a:t>
            </a:r>
          </a:p>
        </p:txBody>
      </p:sp>
      <p:sp>
        <p:nvSpPr>
          <p:cNvPr id="20" name="Oval 19"/>
          <p:cNvSpPr/>
          <p:nvPr/>
        </p:nvSpPr>
        <p:spPr>
          <a:xfrm>
            <a:off x="923544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数据融合（三）：AI 增强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5720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总结与作业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本讲关键结论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理解 AI 在传感器去噪、特征提取和轨迹预测中的角色。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认识 TLIO、DeepVIO 等方法与传统滤波的关系。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建立对学习型方法训练数据、泛化与可解释性的基本判断。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074920" cy="4480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课后任务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总结一篇 AI 感知论文的核心贡献。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说明一个学习型方法的工程风险。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