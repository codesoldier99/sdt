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Mahony、Madgwick 与 EKF/ESKF 比较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15 讲</a:t>
            </a:r>
          </a:p>
        </p:txBody>
      </p:sp>
      <p:pic>
        <p:nvPicPr>
          <p:cNvPr id="10" name="Picture 9" descr="lecture-15-fusion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理解常见姿态融合算法的假设、优点和不足。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掌握多速率传感器融合与可观测性分析的基本问题。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为嵌入式实测中的算法选型建立评价框架。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理解常见姿态融合算法的假设、优点和不足。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掌握多速率传感器融合与可观测性分析的基本问题。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为嵌入式实测中的算法选型建立评价框架。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互补滤波与增益设计。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Mahony、Madgwick 的结构特点。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EKF/ESKF 的精度与复杂度权衡。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明确应用场景和资源约束。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选择匹配的融合结构。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通过实测数据比较性能。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按指标而不是按偏好选算法。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静态稳定性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长时漂移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决定姿态基准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动态响应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快速运动跟踪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决定机动性能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计算开销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CPU 与内存需求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决定部署能力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调参难度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工程实现成本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决定维护难度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案例：ESP32 上三类姿态算法实测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简单算法部署快，但在复杂运动下可能退化明显。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滤波增益和初始标定质量同样重要。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对比实验应统一数据集和评价指标。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互补滤波与增益设计。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Mahony、Madgwick 的结构特点。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整理三类算法的输入输出关系。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设计一次实测比较方案。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整理三类算法的输入输出关系。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设计一次实测比较方案。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确定最终项目的算法选型标准。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数据融合（二）：算法对比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理解常见姿态融合算法的假设、优点和不足。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掌握多速率传感器融合与可观测性分析的基本问题。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为嵌入式实测中的算法选型建立评价框架。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提交算法对比表。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说明何时应优先选择较轻量算法。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