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实验五：磁力计驱动与标定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方位角解算与环境适应性验证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11 讲</a:t>
            </a:r>
          </a:p>
        </p:txBody>
      </p:sp>
      <p:pic>
        <p:nvPicPr>
          <p:cNvPr id="10" name="Picture 9" descr="lecture-11-magnetometer-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实验五：磁力计驱动与标定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完成磁力计驱动、原始数据读取与航向角解算。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通过椭球拟合完成标定并比较前后精度。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在不同环境中验证系统鲁棒性。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完成磁力计驱动、原始数据读取与航向角解算。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通过椭球拟合完成标定并比较前后精度。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在不同环境中验证系统鲁棒性。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实验五：磁力计驱动与标定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磁矢量与航向角关系。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硬铁软铁校正。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多环境测试与误差统计。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实验五：磁力计驱动与标定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采集原始磁场数据。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拟合椭球并求校正参数。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计算航向角并与参考对比。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分析不同环境下退化原因。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实验五：磁力计驱动与标定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校正前后误差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角度改进幅度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衡量标定价值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环境稳定性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场景变化下误差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衡量鲁棒性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驱动完整性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数据读取与输出可靠性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衡量工程质量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报告说服力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数据图表与解释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衡量表达质量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实验五：磁力计驱动与标定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案例：教室与室外环境航向对比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室内金属设施和电源设备常引入显著偏差。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标定后的改善应通过多点角度测试体现。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环境标签是实验数据的重要元信息。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磁矢量与航向角关系。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硬铁软铁校正。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完成驱动、标定和多环境测试。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输出误差图、散点图与改进结论。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实验五：磁力计驱动与标定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完成驱动、标定和多环境测试。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输出误差图、散点图与改进结论。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提交驱动程序和实验报告。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实验五：磁力计驱动与标定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完成磁力计驱动、原始数据读取与航向角解算。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通过椭球拟合完成标定并比较前后精度。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在不同环境中验证系统鲁棒性。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总结一个室内磁场异常案例。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补充航向角误差的定量分析。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